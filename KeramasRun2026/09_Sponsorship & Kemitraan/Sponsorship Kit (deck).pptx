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0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F5E7-113C-1BF9-34E7-65DD6BE71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40FEB-36C8-01D1-C0CA-6F6406D62E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12B48-987F-2BFC-4C86-74426CA5A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4378D-7277-4B5A-A25E-596979A31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AE5A2-E924-080A-4811-4BB343FA1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08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EA929-B9C1-B54B-0DDE-087D6788B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BBAD7-EAD0-6C4A-DBBC-8310ACBDC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B6D18-D0F7-033D-197D-62CFF86B1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754C4-AB98-37CA-6DFF-C50386E2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3E9364-B74A-FE28-07BC-CC2D04C40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47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FED2B-BAFF-377F-1319-7EA85097D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8B011-56D4-786E-A5B7-06C49DCF0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AB606-4BC4-912B-382E-FE9D16211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FFA1F-E5F5-A608-EEE0-A62637404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807F3-C560-0627-9610-75853284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3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BEF1-9FE0-4221-77EF-D36CF46C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C50D4-BC27-EA28-20EB-F5648BB7E9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210E8-F153-97D0-6643-38F6FA102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1458C2-C01B-5C6F-11AA-19C593E3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2B1EF-4BE6-F9C2-6F25-14E00BCD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92442-74FB-FD91-0E5A-AF9A2741A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71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2FD9-301B-46FB-8058-01C55CDDA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9630F-F2B4-2CDE-E1D9-2CEA9462A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451FC-55E4-09BE-E71D-F4AEDA5E3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BE502-C888-FD15-5F32-1A5807D15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5B6BE0-8C3F-8652-B42B-AB16691CB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D333F-4232-E4D0-C47F-15C1F3C9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F7F1AD-504F-3A33-45AA-F1682AB89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4BFFB8-3D10-BAC0-BEE5-9A25583B7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A3AA7-3A3A-AEA3-CC0E-92F372022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CC6C3-021A-4470-089B-B5A6BF977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8B40C-5781-32D2-F5B0-B6B89EC6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29C52-AD6C-C091-B153-6B199DA9E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2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A4A063-5EA2-7B8D-0C82-CE95BBF43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B1FB31-81F6-791C-E075-FF01EE20F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67158-D0BB-2E6D-AC33-75BD1183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8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FA65-4AD5-A358-B9D2-FCCDFA50D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C49ED-9C1A-3A88-1020-57B527C0E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62A60-49E8-5810-CF6A-427FDB8CB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85CAF-8039-0638-F81A-E9C5CDB98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B88D68-208C-86E5-01C5-F4484825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BC090-A5D7-86F1-F695-C73B7B1A3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8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15776-AEDF-E3A3-A025-84D5B3B1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E20C7A-F13A-2BB4-1D2A-1844F68FAE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F3E44-0403-539F-86A4-443F9D0FD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76D955-351D-2537-06B1-E6B70607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990C3-E6E2-19FF-F8EE-25D815189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C8CDA-A4B2-1D8C-B350-1615CFC8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47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3D056-BD35-D5D7-1CD6-7EDB542A7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25D608-A019-336C-4AEB-BA72E602F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172A4-2891-A0A2-DA4A-18142EAF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C3771-7B96-5C45-7BC2-1E7661E80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2C99C9-DC18-6001-F681-2B0862958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32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BEAE63-1F9C-65ED-F6D8-EE5E2C670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ED0BB-BD5C-6856-E0B1-CEDCB5B26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FA928-0C42-4B03-6EAE-5F0AE5A4D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B4BE5-3025-81E3-0EA7-E71A2E47D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C1491-3B1E-0D76-C1B9-10551874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3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84413B-CED4-822D-5202-EDC5A001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BFEE0-E37B-A7C2-4C9D-CEBE23EC2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07CCF-6E5D-CAF4-EAA2-FDE4643AE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7CC6B-E285-4111-8A56-95F345C9A84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07868-685D-DE67-E9E5-87867857D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24767-5AC8-0D54-0CC2-9A23C9855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99C269-0195-4164-9707-18B9CBA0C5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45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28843-1915-A721-26B1-D360B226FC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Keramas Run 2026 - Sponsorship Kit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E56A5-ACCD-4EF8-1E2C-C29A6B1CDE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4 Januari 2026 - Keramas Water Park, Desa Keramas, Kec. Blahbatuh, Kab. Gianyar, Bali</a:t>
            </a:r>
          </a:p>
        </p:txBody>
      </p:sp>
    </p:spTree>
    <p:extLst>
      <p:ext uri="{BB962C8B-B14F-4D97-AF65-F5344CB8AC3E}">
        <p14:creationId xmlns:p14="http://schemas.microsoft.com/office/powerpoint/2010/main" val="342373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Keramas Run 2026 - Sponsorship Kit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Putra Arimbawa</dc:creator>
  <cp:lastModifiedBy>Putra Arimbawa</cp:lastModifiedBy>
  <cp:revision>1</cp:revision>
  <dcterms:created xsi:type="dcterms:W3CDTF">2025-11-06T11:51:06Z</dcterms:created>
  <dcterms:modified xsi:type="dcterms:W3CDTF">2025-11-06T11:51:06Z</dcterms:modified>
</cp:coreProperties>
</file>