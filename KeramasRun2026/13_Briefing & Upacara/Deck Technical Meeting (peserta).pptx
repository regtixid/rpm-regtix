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AFCFC-9863-235E-56AE-24E880C7B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98875-CF1B-0EA0-A00D-C4ABD51F7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F400-BA6E-382E-E1F1-CBC52AEF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A11B0-2EDD-A3D4-6017-095C3449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9DAF-06F9-E696-C862-4E0B32DA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3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F874-58DD-BEE6-4387-CD940E7C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89DDC-DF6B-26DF-EB85-411F69CD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B9012-254D-0461-F258-633F5D3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9CE2F-CB91-9007-261F-8145A0F1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A3EAB-6E88-0E31-83C8-8B7490A5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8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5717-6D3A-6298-6EF0-F9812CC0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91F2E-5751-AEE4-E51F-08353F64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D478B-8DA4-D42A-DE96-260E12E9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2C2B0-A3F1-DCAB-B24B-D889A31C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FA958-665E-A9A3-F311-E3DA1C8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2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47B9-1C65-7C08-55A9-C5B72120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D011-835C-D8A1-0016-E18B765C9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A5A3C-5B76-8DA1-0A69-BA5143936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F912-FC9E-A791-D76E-D867A476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080E8-9B25-5950-81F7-AC0529E8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95690-6C3F-15F3-5419-BCA89DA4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9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2C4C-4347-E4E7-23BB-4EA23F4C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C4C70-26C5-703D-DA55-13C4FF7F7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E1470-C36C-3B78-06A7-F712D632C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529A8-46F7-CACF-47DE-87BD70FA3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B0F0DA-DF31-584C-F44A-10DF394A2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5D04B-4575-A603-085F-62707839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1081C-DDCB-E763-83B2-293D7A57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2453A-75B0-9BCE-DEA8-FBA560DE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98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2C1C-1521-5DE2-13AD-A81D1132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C7BD5-1145-9D82-7246-2348735F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F3550-DA1B-402B-69CE-F7FAEB74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DF345-AF63-4371-AAA8-49F87E1C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2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F1BD8-1A7C-6059-AA28-1CB34E56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30AAE-F4DB-7FC1-966F-4A7FB880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EED50-37A4-E1EC-F9E4-B078C8E0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9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C02-C3F1-A162-AA31-4B392CE2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9551B-2920-406C-23E2-7B6A9927E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6A154-70A4-2FA1-2872-304485327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F4CC3-E93C-F97B-A7D7-4AF2846C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9ED07-7E23-4E1E-E534-05E3CD51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7900B-20B1-C97C-51D9-6D0524B8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6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9DD9-6293-093E-E806-6DCA57DE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452CE-853F-3F93-FE1D-95DD098E1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9700-B6C2-F43A-5B4D-D66B81334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695E2-FFDB-AD14-CAB8-28DE3465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E3CC8-667A-F5FD-F562-E5FFDA4B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5E818-3E4B-5FB4-F26A-9D54C3CA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3435-9238-C30A-3753-EB6BC91C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26B92-B904-2589-1408-56C9438E4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7989D-1E03-4385-8E7A-F88F8439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93642-5B0A-62A8-0D9E-78C0E7AF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2888-6A2C-3C89-70E5-FB83CD89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6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59226-7EBD-6E33-E715-133E2319C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0FC6C-69D4-88C4-7B3D-E02C745FE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9D32-2A6C-6B42-6930-8C3C4069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43C8-E425-DBCE-CF16-EE6B6514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664C-496F-C11A-4859-BA80B71D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9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483DE-6E0A-9D69-EE25-5484661E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654B1-6807-70C7-27FD-021F049B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EDA9-4F64-A55E-2374-985FED2BF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C4CB1-E857-4065-80EF-0EFCC277A14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4BD11-8E21-AF97-87C5-6CC699EA0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08D9-015A-B254-33CA-D7CB4DF16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A5003-C570-4CE5-AB1D-260C061B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7311-2205-A7EB-9B4B-E73CD369C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Technical Meeting (Peserta)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58CD5-D820-02D3-93DA-8D9F73AEF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Keramas Run 2026 - 4 Januari 2026</a:t>
            </a:r>
          </a:p>
        </p:txBody>
      </p:sp>
    </p:spTree>
    <p:extLst>
      <p:ext uri="{BB962C8B-B14F-4D97-AF65-F5344CB8AC3E}">
        <p14:creationId xmlns:p14="http://schemas.microsoft.com/office/powerpoint/2010/main" val="25972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Technical Meeting (Peserta)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Putra Arimbawa</dc:creator>
  <cp:lastModifiedBy>Putra Arimbawa</cp:lastModifiedBy>
  <cp:revision>1</cp:revision>
  <dcterms:created xsi:type="dcterms:W3CDTF">2025-11-06T11:51:40Z</dcterms:created>
  <dcterms:modified xsi:type="dcterms:W3CDTF">2025-11-06T11:51:40Z</dcterms:modified>
</cp:coreProperties>
</file>