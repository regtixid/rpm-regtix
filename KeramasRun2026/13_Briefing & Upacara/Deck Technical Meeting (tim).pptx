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A2DE6-5998-4985-3016-8AC878672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B824C-92E8-15D3-2E75-B113907FB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00C50-DCE0-A7AC-750F-BBBB9E52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9FB68-D19E-DC4C-081A-EBBA6FCE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48507-DE7A-384E-8EB6-320F28B5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5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C65F-22FE-97F6-2AC3-E21BC9D92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B2B1C-1124-B553-8D12-B090C382D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C21F1-06E3-8A23-E3B0-57C0EA1A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CD604-1C71-1616-0D77-E8401351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6C3DB-CAC6-1696-CDBB-7D2A4A0DC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9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1E44-30B8-5936-D4DB-96E24616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F3F94-4AC3-E807-0E12-6EB2D698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7CC4C-161A-8071-9F4E-7CDB90A4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4D1EF-9A33-F8A6-C933-BB3916E7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C280B-5DDC-3B0C-5F75-FC2564CC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8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A603-3683-216B-34BD-0A6CF755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8341-6659-3987-8AF8-F279EA0BA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7D617-5308-F5BA-A551-2EB4AF67E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FE59B-4EF9-8242-D1F1-DD63630D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56DDB-F4A6-4AB1-60D8-A3646D4D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ED898-1D40-3A9C-1C6F-1CDB7258B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3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3B04-225C-E62B-9B9B-4B6A5B8A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289A4-C7DA-36E9-B87F-9F1D67EB3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80F04-2569-0655-20AD-8491C6E53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A52B7-9974-5BC9-203D-9FAD7FD12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1A2563-E36A-4A6C-E555-5BBA90A25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75ADC-7461-BC0F-E66C-2442FCA3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5A830C-821B-8CE8-A48D-E7B927735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201E8-DCE2-F7D5-3C13-C5557F358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2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4EF72-1087-09D1-2112-284C092B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D8E0B-8FF0-4A75-D472-29D1138A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AE40E-8F61-1B89-C1D4-484A86BF9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DA909-5383-BF6B-31C0-2DA76001F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347B3-A59B-9AA2-547E-A64D6B73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E5F0B8-2051-D7AB-5325-046110F4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5A7A0-30F3-0E62-D8F1-4D2184E9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1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65120-F490-8D4A-23EC-AFCECE2A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E5D0A-8B9E-AE8E-90FD-DB4E96DF0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58471-EF99-F33F-CF98-CA7070E47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D0E81-A090-032F-E0EA-F9D1346B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17C9C-2F33-73AA-0CE1-88172F7C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BF1F6-F5B2-509C-24DA-4248352B2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9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6910-0AE6-0066-C074-F622754B8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489A2-A29E-285B-9727-8C0BB119B7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84CD1-EBE1-FDCE-100F-19D8CC7B2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93741-31DC-E39C-566E-700943466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5F96C-86DD-A2D6-0B04-7754413C7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5C501-86F3-FDB1-819E-A37AB8A92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5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8090-2888-6C21-4CCC-537D8A1D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CF795-5719-7D9E-A6F2-CD4EE9D9E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AAD7C-D84C-0CFF-B25A-EA85B19A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DF163-2B74-3A27-A773-193E9A27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1EE72-F1A4-55A3-42D8-D8B78FCA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87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82133-BD97-CE6E-99E2-7F3CCFCF5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97A7C-2D84-B2DD-9A27-E980D2A5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4C5CA-3CB0-9AD4-59D2-65EC69AF7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BF3AD-13E5-7B55-C6BC-6D5EEA06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E56C0-F6C5-F779-CF70-78A753B2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7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73453D-D35F-DBE1-38CF-53CAABFD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6084E-835B-316F-E6FA-34B7F7693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A4FAE-F966-4064-B95F-25C4C0726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A12AA-3588-4B20-AC76-18E9AD78239B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08871-16AF-1147-0859-95095B869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743E0-978F-B47B-B436-7B8715085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AF378-725F-49E1-A3BB-3EAB6A3B8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45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AF52D-00C5-B677-8260-969E088AF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Technical Meeting (Tim)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DD72B-9915-3E63-50F9-A1E1006C16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Keramas Run 2026 - 4 Januari 2026</a:t>
            </a:r>
          </a:p>
        </p:txBody>
      </p:sp>
    </p:spTree>
    <p:extLst>
      <p:ext uri="{BB962C8B-B14F-4D97-AF65-F5344CB8AC3E}">
        <p14:creationId xmlns:p14="http://schemas.microsoft.com/office/powerpoint/2010/main" val="2970733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Technical Meeting (Tim)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Putra Arimbawa</dc:creator>
  <cp:lastModifiedBy>Putra Arimbawa</cp:lastModifiedBy>
  <cp:revision>1</cp:revision>
  <dcterms:created xsi:type="dcterms:W3CDTF">2025-11-06T11:51:40Z</dcterms:created>
  <dcterms:modified xsi:type="dcterms:W3CDTF">2025-11-06T11:51:40Z</dcterms:modified>
</cp:coreProperties>
</file>