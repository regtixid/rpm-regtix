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4" d="100"/>
          <a:sy n="64" d="100"/>
        </p:scale>
        <p:origin x="1014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F883AB-4E31-3878-9FDF-3E7CC29A5A8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DE11908-D82B-73A2-F7AA-02211C35ED3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7C794D-4450-F10C-AB87-EE52315EBC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2A0368-BDB2-4F99-A62B-B623E472B8B4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FA197B-8CA7-6432-EFA1-BB1318E384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D7A467-33CE-70D0-E5AD-0623059EC4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247BF5-CF5D-4BB8-A9CF-F197A28987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66043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93F228-CDDE-74C6-AE9B-289FEDF312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7C772D-070E-8CED-3E9D-1A30BC4C8F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863830-403D-8FC8-5373-E58D55C09B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2A0368-BDB2-4F99-A62B-B623E472B8B4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300B0E-3F02-7A26-6575-CD2B8BFBE0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B638B6-371C-8B9E-DCE0-2944DC2585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247BF5-CF5D-4BB8-A9CF-F197A28987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64155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94BB5A-3FE6-75A7-475B-B862B6CB93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52042E3-E094-5B0E-D19B-F874EB8AFB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3D55EB-2A34-0087-EF2C-84E4648FE8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2A0368-BDB2-4F99-A62B-B623E472B8B4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64CE26-AD45-8548-B7A5-296B54569D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817C62-28D4-578C-A5AB-115257EE52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247BF5-CF5D-4BB8-A9CF-F197A28987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01794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E5CC06-BA6F-D642-BAB7-8EC9E178E4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E8349D-D4F7-C108-A2B3-26845D29FBF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94FD7E3-95E8-57E0-857B-ABAA814479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5613317-9B0F-DB6F-6821-D607A30605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2A0368-BDB2-4F99-A62B-B623E472B8B4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C452332-BDF9-3C06-0AF8-5436CC2A3E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8869F8B-B498-1F10-0C74-5BC11C818B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247BF5-CF5D-4BB8-A9CF-F197A28987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6581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BB71C8-E0B1-500B-D8A4-D2D905A3EE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3295B71-FAD7-A961-8922-DB949B6C2D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8407C60-7822-B568-D841-0CF95C749FA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CCCA346-B137-7E34-17AB-56E754161FF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4A88CEF-FF12-7687-D238-7A72DF4F60B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F4F26FB-A71D-0EB0-992F-9B51CF11F8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2A0368-BDB2-4F99-A62B-B623E472B8B4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1252C30-A591-31DE-3913-0FE9DD90EF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9002CDA-516F-11A7-9F3F-8D4E85BD64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247BF5-CF5D-4BB8-A9CF-F197A28987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14062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58C784-6215-A418-44FD-DB60A2EBEE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04A141E-4A3C-4619-37EA-F353602C55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2A0368-BDB2-4F99-A62B-B623E472B8B4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CE13EE5-E0A6-C051-025C-CFC5BAED11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0F32577-73C9-29D0-03FE-2278E74C37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247BF5-CF5D-4BB8-A9CF-F197A28987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86156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AA85F4F-2AFF-CE40-6A75-816AE29346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2A0368-BDB2-4F99-A62B-B623E472B8B4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D1A8257-88C4-AEC1-895B-68D5296A4D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C53296F-B27F-7691-B0D4-95872E17BF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247BF5-CF5D-4BB8-A9CF-F197A28987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49531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8C07E7-9A8C-1D8D-105E-7159FC5F41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918DE8-9F32-A826-2C57-67ADC59937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72611DB-5A83-82F1-0D1E-B7FE3E188B4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141B6D1-6460-F28D-9F75-03B29B4484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2A0368-BDB2-4F99-A62B-B623E472B8B4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36EB6F6-284A-EE1D-CC0E-DE8DC300B6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7241997-BA3A-A6CC-A991-6CA71E8AF6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247BF5-CF5D-4BB8-A9CF-F197A28987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22836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CBC3A5-11F7-14F1-672A-3116A44B02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D8A315E-4023-8587-6592-3BF70A97A87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29B0ACC-4790-CD1C-A663-55B57BDA223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541B139-730E-EE60-679E-87F0CDF9D0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2A0368-BDB2-4F99-A62B-B623E472B8B4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019A12-BD39-AEA9-1D87-85422E0C74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07D9B8-B1C6-E22C-D084-A3974B1C70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247BF5-CF5D-4BB8-A9CF-F197A28987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44635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9131F1-47CB-CE11-4C87-148CFE7B8E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EA1CF52-D6E6-3666-E9F8-512A0D1934B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574C1E-F87A-8196-C13D-AB04B3D922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2A0368-BDB2-4F99-A62B-B623E472B8B4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7D8613-BD76-CB72-17D6-A22769B1A0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3A1830-ECB5-7D02-F080-5AA5A3666F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247BF5-CF5D-4BB8-A9CF-F197A28987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4545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E544A9E-2272-B3DE-969A-DB0B8C3BB0B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ECD1ED6-5D32-B4A5-9925-60EBF2C79C8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DB6820-24BF-8969-B050-44E043993F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2A0368-BDB2-4F99-A62B-B623E472B8B4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F6DC31-4382-FD20-773F-D21F65E7AC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94C9A2-3760-8EA5-4524-AAE3B2D1BA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247BF5-CF5D-4BB8-A9CF-F197A28987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75932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1CFF7E3-097B-E687-8B87-74A951116E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BA8CF7A-4DFB-335F-26D4-403D1DEE13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2C1BEC-B04B-7258-F809-1F28E823871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A2A0368-BDB2-4F99-A62B-B623E472B8B4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E4F79B-44AA-9BBA-54BF-16A7D420EC3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7E2BDF-12B3-23F1-688F-0249763D7C7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6247BF5-CF5D-4BB8-A9CF-F197A28987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13088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86B0C7-2527-607B-8867-BE121A1E8EE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Keramas Run 2026 - Peta dan Area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AECC1E5-3923-7217-8CF4-46A67C34192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nb-NO"/>
              <a:t>Rute 5K/10K/Kids (placeholder)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05633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</Words>
  <Application>Microsoft Office PowerPoint</Application>
  <PresentationFormat>Widescreen</PresentationFormat>
  <Paragraphs>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Keramas Run 2026 - Peta dan Area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Putra Arimbawa</dc:creator>
  <cp:lastModifiedBy>Putra Arimbawa</cp:lastModifiedBy>
  <cp:revision>1</cp:revision>
  <dcterms:created xsi:type="dcterms:W3CDTF">2025-11-06T11:51:39Z</dcterms:created>
  <dcterms:modified xsi:type="dcterms:W3CDTF">2025-11-06T11:51:39Z</dcterms:modified>
</cp:coreProperties>
</file>